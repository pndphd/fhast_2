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5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122363"/>
            <a:ext cx="58293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3602038"/>
            <a:ext cx="51435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F061E-EF7A-43F5-ABC0-65E887E39644}" type="datetimeFigureOut">
              <a:rPr lang="en-UG" smtClean="0"/>
              <a:t>07/04/2026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8E2BB-9372-4894-BF5D-D618A046508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185815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F061E-EF7A-43F5-ABC0-65E887E39644}" type="datetimeFigureOut">
              <a:rPr lang="en-UG" smtClean="0"/>
              <a:t>07/04/2026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8E2BB-9372-4894-BF5D-D618A046508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352943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709740"/>
            <a:ext cx="5915025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4589465"/>
            <a:ext cx="5915025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F061E-EF7A-43F5-ABC0-65E887E39644}" type="datetimeFigureOut">
              <a:rPr lang="en-UG" smtClean="0"/>
              <a:t>07/04/2026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8E2BB-9372-4894-BF5D-D618A046508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264724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825625"/>
            <a:ext cx="29146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825625"/>
            <a:ext cx="29146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F061E-EF7A-43F5-ABC0-65E887E39644}" type="datetimeFigureOut">
              <a:rPr lang="en-UG" smtClean="0"/>
              <a:t>07/04/2026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8E2BB-9372-4894-BF5D-D618A046508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72551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65127"/>
            <a:ext cx="59150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681163"/>
            <a:ext cx="2901255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2505075"/>
            <a:ext cx="290125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681163"/>
            <a:ext cx="2915543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2505075"/>
            <a:ext cx="291554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F061E-EF7A-43F5-ABC0-65E887E39644}" type="datetimeFigureOut">
              <a:rPr lang="en-UG" smtClean="0"/>
              <a:t>07/04/2026</a:t>
            </a:fld>
            <a:endParaRPr lang="en-U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8E2BB-9372-4894-BF5D-D618A046508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206983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F061E-EF7A-43F5-ABC0-65E887E39644}" type="datetimeFigureOut">
              <a:rPr lang="en-UG" smtClean="0"/>
              <a:t>07/04/2026</a:t>
            </a:fld>
            <a:endParaRPr lang="en-U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8E2BB-9372-4894-BF5D-D618A046508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488906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F061E-EF7A-43F5-ABC0-65E887E39644}" type="datetimeFigureOut">
              <a:rPr lang="en-UG" smtClean="0"/>
              <a:t>07/04/2026</a:t>
            </a:fld>
            <a:endParaRPr lang="en-U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8E2BB-9372-4894-BF5D-D618A046508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399990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987427"/>
            <a:ext cx="3471863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F061E-EF7A-43F5-ABC0-65E887E39644}" type="datetimeFigureOut">
              <a:rPr lang="en-UG" smtClean="0"/>
              <a:t>07/04/2026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8E2BB-9372-4894-BF5D-D618A046508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93380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987427"/>
            <a:ext cx="3471863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F061E-EF7A-43F5-ABC0-65E887E39644}" type="datetimeFigureOut">
              <a:rPr lang="en-UG" smtClean="0"/>
              <a:t>07/04/2026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8E2BB-9372-4894-BF5D-D618A046508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157364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F061E-EF7A-43F5-ABC0-65E887E39644}" type="datetimeFigureOut">
              <a:rPr lang="en-UG" smtClean="0"/>
              <a:t>07/04/2026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8E2BB-9372-4894-BF5D-D618A046508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434435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5054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F061E-EF7A-43F5-ABC0-65E887E39644}" type="datetimeFigureOut">
              <a:rPr lang="en-UG" smtClean="0"/>
              <a:t>07/04/2026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8E2BB-9372-4894-BF5D-D618A046508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473747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65127"/>
            <a:ext cx="59150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825625"/>
            <a:ext cx="59150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0F061E-EF7A-43F5-ABC0-65E887E39644}" type="datetimeFigureOut">
              <a:rPr lang="en-UG" smtClean="0"/>
              <a:t>07/04/2026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6356352"/>
            <a:ext cx="2314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58E2BB-9372-4894-BF5D-D618A0465080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825248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29B5AEF-DE44-696A-EED6-AC051F61B4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8ADF30DF-0CF9-E791-E50F-F25C56F55666}"/>
              </a:ext>
            </a:extLst>
          </p:cNvPr>
          <p:cNvSpPr>
            <a:spLocks noChangeAspect="1"/>
          </p:cNvSpPr>
          <p:nvPr/>
        </p:nvSpPr>
        <p:spPr>
          <a:xfrm>
            <a:off x="408167" y="1319915"/>
            <a:ext cx="640080" cy="64008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9E6D510-3611-D81D-F4F6-D6C389C75A15}"/>
              </a:ext>
            </a:extLst>
          </p:cNvPr>
          <p:cNvSpPr>
            <a:spLocks noChangeAspect="1"/>
          </p:cNvSpPr>
          <p:nvPr/>
        </p:nvSpPr>
        <p:spPr>
          <a:xfrm>
            <a:off x="1734710" y="780552"/>
            <a:ext cx="640080" cy="64008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2328848-EA75-9AEE-D7DE-0A4315098321}"/>
              </a:ext>
            </a:extLst>
          </p:cNvPr>
          <p:cNvSpPr>
            <a:spLocks noChangeAspect="1"/>
          </p:cNvSpPr>
          <p:nvPr/>
        </p:nvSpPr>
        <p:spPr>
          <a:xfrm>
            <a:off x="3044687" y="2584835"/>
            <a:ext cx="640080" cy="64008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F078F14-8FF1-B7B6-A5FA-819A39BA360D}"/>
              </a:ext>
            </a:extLst>
          </p:cNvPr>
          <p:cNvSpPr>
            <a:spLocks noChangeAspect="1"/>
          </p:cNvSpPr>
          <p:nvPr/>
        </p:nvSpPr>
        <p:spPr>
          <a:xfrm>
            <a:off x="3684767" y="5157080"/>
            <a:ext cx="640080" cy="64008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09BFA5B-ADDD-6C60-0BED-1EE183E82448}"/>
              </a:ext>
            </a:extLst>
          </p:cNvPr>
          <p:cNvSpPr>
            <a:spLocks noChangeAspect="1"/>
          </p:cNvSpPr>
          <p:nvPr/>
        </p:nvSpPr>
        <p:spPr>
          <a:xfrm>
            <a:off x="5201478" y="4915230"/>
            <a:ext cx="640080" cy="64008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A48142B-8DEC-DCB0-CE8D-3FA26F6C3F42}"/>
              </a:ext>
            </a:extLst>
          </p:cNvPr>
          <p:cNvSpPr>
            <a:spLocks noChangeAspect="1"/>
          </p:cNvSpPr>
          <p:nvPr/>
        </p:nvSpPr>
        <p:spPr>
          <a:xfrm>
            <a:off x="5762045" y="5670604"/>
            <a:ext cx="640080" cy="64008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44AD768-A5D9-D5C3-9139-BB6DA4EC2172}"/>
              </a:ext>
            </a:extLst>
          </p:cNvPr>
          <p:cNvSpPr/>
          <p:nvPr/>
        </p:nvSpPr>
        <p:spPr>
          <a:xfrm>
            <a:off x="302149" y="1168843"/>
            <a:ext cx="6289481" cy="4707172"/>
          </a:xfrm>
          <a:custGeom>
            <a:avLst/>
            <a:gdLst>
              <a:gd name="csX0" fmla="*/ 0 w 6726803"/>
              <a:gd name="csY0" fmla="*/ 0 h 4810540"/>
              <a:gd name="csX1" fmla="*/ 3108960 w 6726803"/>
              <a:gd name="csY1" fmla="*/ 731520 h 4810540"/>
              <a:gd name="csX2" fmla="*/ 3856383 w 6726803"/>
              <a:gd name="csY2" fmla="*/ 4110825 h 4810540"/>
              <a:gd name="csX3" fmla="*/ 6726803 w 6726803"/>
              <a:gd name="csY3" fmla="*/ 4810540 h 48105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726803" h="4810540">
                <a:moveTo>
                  <a:pt x="0" y="0"/>
                </a:moveTo>
                <a:cubicBezTo>
                  <a:pt x="1233115" y="23191"/>
                  <a:pt x="2466230" y="46383"/>
                  <a:pt x="3108960" y="731520"/>
                </a:cubicBezTo>
                <a:cubicBezTo>
                  <a:pt x="3751690" y="1416657"/>
                  <a:pt x="3253409" y="3430988"/>
                  <a:pt x="3856383" y="4110825"/>
                </a:cubicBezTo>
                <a:cubicBezTo>
                  <a:pt x="4459357" y="4790662"/>
                  <a:pt x="5593080" y="4800601"/>
                  <a:pt x="6726803" y="4810540"/>
                </a:cubicBezTo>
              </a:path>
            </a:pathLst>
          </a:custGeom>
          <a:noFill/>
          <a:ln w="1270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700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Peter N Dudley</dc:creator>
  <cp:lastModifiedBy>Peter N Dudley</cp:lastModifiedBy>
  <cp:revision>5</cp:revision>
  <dcterms:created xsi:type="dcterms:W3CDTF">2024-06-01T00:01:14Z</dcterms:created>
  <dcterms:modified xsi:type="dcterms:W3CDTF">2026-04-07T20:10:41Z</dcterms:modified>
</cp:coreProperties>
</file>